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6858000" cy="36576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79552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🏛️  DEPARTMENT OF COMPUTER SCIENCE  •  USP MULTAN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ShareMeal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B981"/>
                </a:solidFill>
                <a:latin typeface="Calibri"/>
              </a:rPr>
              <a:t>A Web-Based Surplus Food Redistribution &amp; Zero-Hunger Management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108960"/>
            <a:ext cx="10698480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5120640" cy="219456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776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Muhammad Khulfan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Abdullah Khalid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892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BS Computer Science (BSCS) • Final Year 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474720"/>
            <a:ext cx="5120640" cy="219456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SUPERVISED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9776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Prof. Kinat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Department of Computer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892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9E0B"/>
                </a:solidFill>
                <a:latin typeface="Calibri"/>
              </a:rPr>
              <a:t>University of Southern Punjab, Multan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Academic Session 2022–2026 • Final Project Defense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Presentation Roadmap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8105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7739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The Crisis: Hunger &amp; Survival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0665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Real food dilemma in Pakistan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8105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7739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How Food is Provided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0665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From surplus kitchen to shelter plates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5603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7249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7889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6883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ShareMeal Solution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29809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4 operational pillars bridging the 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5603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27249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7889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6883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9809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MVC design pattern, controllers &amp; 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4747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36393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703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36027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Core User Roles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38953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Restaurant, Charity, and Admin 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4747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36393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03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36027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8953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ASP.NET Core 8, Tailwind, SQLite, Docker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3891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45537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17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45171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MealBot Gemini 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48097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Roman Urdu NLP + Web Speech Voice API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43891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5537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617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45171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Interactive Showcase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8097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Production screens &amp; cloud live URL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3035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54681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5321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54315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Social &amp; Climate Impact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00200" y="57241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Plates diverted, carbon emission reduction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53035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54681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5321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54315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Future Scope &amp; Expansion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86600" y="57241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Mobile apps, GPS van fleet &amp; IoT sensors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3F5E"/>
                </a:solidFill>
                <a:latin typeface="Calibri"/>
              </a:rPr>
              <a:t>SECTION 01 •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Hunger &amp; Survival in Pakistan</a:t>
            </a:r>
          </a:p>
        </p:txBody>
      </p:sp>
      <p:pic>
        <p:nvPicPr>
          <p:cNvPr id="6" name="Picture 5" descr="food_wa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3291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5029200"/>
            <a:ext cx="5029200" cy="731520"/>
          </a:xfrm>
          <a:prstGeom prst="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Documentary Evidence: Over 36 Million Tons of edible food discarded annually in Pakistan.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43F5E"/>
                </a:solidFill>
                <a:latin typeface="Calibri"/>
              </a:rPr>
              <a:t>Acute Hunger &amp; Malnutrition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Over 20+ million people face daily starvation. 40% of Pakistani children suffer from stunted physical and cognitive growth.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01752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1546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Banquet &amp; Restaurant Discard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204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Banquet halls, hotels, and dine-in restaurants discard fresh, safe meals every night due to zero communication bridge.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38912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262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The Need for Digital Intervention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8920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Pakistan does not lack food — it lacks an instantaneous digital distribution network to rescue surplus before it spoils.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SECTION 02 • DISTRIBUTION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Food is Provided to the Needy</a:t>
            </a:r>
          </a:p>
        </p:txBody>
      </p:sp>
      <p:pic>
        <p:nvPicPr>
          <p:cNvPr id="6" name="Picture 5" descr="restaura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2560320" cy="1920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3657600"/>
            <a:ext cx="2560320" cy="16459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Stage 01: Surplus Logged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Restaurant enters food category, quantity &amp; expiry timeline in 60s.</a:t>
            </a:r>
          </a:p>
        </p:txBody>
      </p:sp>
      <p:pic>
        <p:nvPicPr>
          <p:cNvPr id="10" name="Picture 9" descr="charity_hero_prem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645920"/>
            <a:ext cx="2560320" cy="1920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456432" y="3657600"/>
            <a:ext cx="2560320" cy="16459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Stage 02: Real-Time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16052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Nearby registered charities receive alerts &amp; claim meals instantly.</a:t>
            </a:r>
          </a:p>
        </p:txBody>
      </p:sp>
      <p:pic>
        <p:nvPicPr>
          <p:cNvPr id="14" name="Picture 13" descr="charity_volunte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645920"/>
            <a:ext cx="2560320" cy="192024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181344" y="3657600"/>
            <a:ext cx="2560320" cy="16459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Stage 03: Hygiene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416052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Volunteers collect sealed food containers adhering to safety SOPs.</a:t>
            </a:r>
          </a:p>
        </p:txBody>
      </p:sp>
      <p:pic>
        <p:nvPicPr>
          <p:cNvPr id="18" name="Picture 17" descr="food_serv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6256" y="1645920"/>
            <a:ext cx="2560320" cy="192024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906256" y="3657600"/>
            <a:ext cx="2560320" cy="16459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43416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Stage 04: Dignified Serving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416052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Fresh food distributed at orphanages, slum clusters &amp; hospitals.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486400"/>
            <a:ext cx="1069848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650992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Target Beneficiaries:  Orphanages  •  Old Age Homes  •  Labor Points  •  Slum Settlements  •  Hospital Attendants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SECTION 03 • PROPOSED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ShareMeal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192024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874520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745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Dedicated Role-Based Portals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Custom tailored interfaces for Restaurants to donate, Charities to claim, and System Admin to govern.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212080" cy="192024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874520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385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8745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Live Food Marketplace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1460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Real-time listing catalog filtered by expiry deadline, quantity, and city location.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840480"/>
            <a:ext cx="5212080" cy="192024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4069080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3308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Admin Trust &amp; Hygiene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Only verified NGOs and licensed food outlets can participate, ensuring zero health hazards.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840480"/>
            <a:ext cx="5212080" cy="192024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4069080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13308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0690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AI Relief Guidance (MealBot)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7091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Google Gemini 2.0 assistant answers questions in natural Roman Urdu and English with voice support.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SECTION 04 • TECHNICAL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Architecture (3-Tier MVC Pattern)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329184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🖥️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Presentation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Razor Views (.cshtml)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747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Tailwind CSS responsive design, JavaScript voice input, dynamic interactive forms.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383280" cy="329184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920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⚙️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51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Application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063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ASP.NET Core Controllers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Handles authentication, donation workflows, admin claims, and Gemini AI service.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645920"/>
            <a:ext cx="3383280" cy="329184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20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🗄️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651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Data Storage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063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SQLite &amp; Entity Framework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4747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Structured relational database storing users, verified organizations, and active donations.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303520"/>
            <a:ext cx="10698480" cy="8229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94A3B8"/>
                </a:solidFill>
                <a:latin typeface="Calibri"/>
              </a:rPr>
              <a:t>Pipeline: Browser Client ➔ Controller Action ➔ Model Validation ➔ EF Core DbContext ➔ Rendered HTML View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SECTION 05 • USER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User Roles &amp; Operational 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44805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🍽️ Restaurant Donor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423160"/>
            <a:ext cx="13716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Create dedicated restaurant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Post available meals with expiration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Set special pickup notes &amp; contact details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98348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Mark donations collected upon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645920"/>
            <a:ext cx="3383280" cy="44805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🤲 Verified Charity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2423160"/>
            <a:ext cx="13716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265176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Register charity or orphanage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42900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Browse real-time marketplace of food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20624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Claim available meals in one click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98348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Coordinate pickup directly with restaurant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645920"/>
            <a:ext cx="3383280" cy="44805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👑 System Admin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2423160"/>
            <a:ext cx="13716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65176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Review pending organization submissions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2900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Approve or reject donor / charity accounts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20624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Audit food safety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98348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Monitor live national donation metrics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SECTION 06 •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Technology Stack &amp;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C# &amp; ASP.NET Core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Enterprise-grade server framework handling security, dependency injection, and high throughput.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1051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Tailwind CSS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Utility-first modern styling ensuring 100% responsiveness on mobile, tablet, and desktop.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10896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7355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SQLite &amp; EF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Lightweight, reliable relational database with automated schema migrations and ACID transactions.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10896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27355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Google Gemini 2.0 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61188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State-of-the-art conversational AI providing instant bilingual responses in Roman Urdu &amp; English.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57200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3659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Docker Linux Containers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Self-contained application image packaging code, database, and dependencies for zero-friction setup.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57200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3659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Railway.app Cloud Hosting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7492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Production cloud deployment with automated GitHub CI/CD, SSL/TLS encryption, and continuous uptime.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84FC"/>
                </a:solidFill>
                <a:latin typeface="Calibri"/>
              </a:rPr>
              <a:t>SECTION 07 • ARTIFICIAL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MealBot: AI Relief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4389120"/>
          </a:xfrm>
          <a:prstGeom prst="rect">
            <a:avLst/>
          </a:prstGeom>
          <a:solidFill>
            <a:srgbClr val="0F172A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Key AI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84FC"/>
                </a:solidFill>
                <a:latin typeface="Calibri"/>
              </a:rPr>
              <a:t>• Bilingual NLP (Roman Urdu)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7919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Understands Pakistani user queries written in Roman Urdu as well as standard English.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84FC"/>
                </a:solidFill>
                <a:latin typeface="Calibri"/>
              </a:rPr>
              <a:t>• Web Speech API Voice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4787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Microphone feature converts spoken Urdu/English speech into text directly inside the browser.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605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84FC"/>
                </a:solidFill>
                <a:latin typeface="Calibri"/>
              </a:rPr>
              <a:t>• Domain Context Prompting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1655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Instructed with full knowledge of ShareMeal operations, Pakistani cities, and food safety standards.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84FC"/>
                </a:solidFill>
                <a:latin typeface="Calibri"/>
              </a:rPr>
              <a:t>• Zero Infrastructure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28523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Uses Google Gemini free tier API key injected securely via cloud environment variables.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🤖  Live Interaction Sample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2468880"/>
            <a:ext cx="4572000" cy="822960"/>
          </a:xfrm>
          <a:prstGeom prst="rect">
            <a:avLst/>
          </a:prstGeom>
          <a:solidFill>
            <a:srgbClr val="060911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6974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User: 'Multan mein kis jagah se khana claim kar sakte hain?'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474720"/>
            <a:ext cx="4572000" cy="155448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3611880"/>
            <a:ext cx="4206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  <a:latin typeface="Calibri"/>
              </a:rPr>
              <a:t>MealBot AI:
'Asslam o Alikum! ShareMeal Marketplace par login karein — Multan ke verified restaurants ke posted donations available hain. Charity portal se direct claim karein!'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SECTION 08 • SYSTEM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Platform Interface Showcase</a:t>
            </a:r>
          </a:p>
        </p:txBody>
      </p:sp>
      <p:pic>
        <p:nvPicPr>
          <p:cNvPr id="6" name="Picture 5" descr="carouse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2560320" cy="2011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3749039"/>
            <a:ext cx="25603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Home &amp; Zero-Waste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Landing page highlighting mission, stats &amp; responsive navigation.</a:t>
            </a:r>
          </a:p>
        </p:txBody>
      </p:sp>
      <p:pic>
        <p:nvPicPr>
          <p:cNvPr id="10" name="Picture 9" descr="restaurant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645920"/>
            <a:ext cx="2560320" cy="20116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456432" y="3749039"/>
            <a:ext cx="25603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Community Relief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206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Card-based food catalog displaying available donations for charities.</a:t>
            </a:r>
          </a:p>
        </p:txBody>
      </p:sp>
      <p:pic>
        <p:nvPicPr>
          <p:cNvPr id="14" name="Picture 13" descr="carousel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645920"/>
            <a:ext cx="2560320" cy="20116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181344" y="3749039"/>
            <a:ext cx="25603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Fresh Produce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4206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Surplus donation form with category, expiry deadline &amp; notes.</a:t>
            </a:r>
          </a:p>
        </p:txBody>
      </p:sp>
      <p:pic>
        <p:nvPicPr>
          <p:cNvPr id="18" name="Picture 17" descr="admin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6256" y="1645920"/>
            <a:ext cx="2560320" cy="201168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906256" y="3749039"/>
            <a:ext cx="25603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43416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Admin Governance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4206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Central control panel for approving/rejecting organizations.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94960"/>
            <a:ext cx="10698480" cy="73152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596128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Calibri"/>
              </a:rPr>
              <a:t>🌐  Production Cloud URL:  https://sharemeal-platform-production.up.railway.app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SECTION 09 • REAL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Measurable Social &amp; Environmental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60320" cy="274320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Calibri"/>
              </a:rPr>
              <a:t>500+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Meals Rescued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Fresh plates diverted from garbage bins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60320" cy="274320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Calibri"/>
              </a:rPr>
              <a:t>50+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Partner Organizations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429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Verified restaurants and shelter homes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645920"/>
            <a:ext cx="2560320" cy="274320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Calibri"/>
              </a:rPr>
              <a:t>850 kg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CO₂ Emissions Averted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3429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Reduced decomposing landfill methane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256" y="1645920"/>
            <a:ext cx="2560320" cy="274320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9136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Zero Commission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3429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Free open humanitarian platform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754880"/>
            <a:ext cx="10698480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9834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Social Dignity Principle: ShareMeal treats food distribution not as charity handouts, but as dignified sustenance — food is cataloged with strict expiry hours, hygienically sealed, and handed over with mutual respect.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SECTION 10 • 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Project Scope &amp; Nationwide Expansion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📱 Native Mobile Apps (iOS &amp; Android)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663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Dedicated mobile application with instant push notifications when a nearby restaurant posts fresh surplus food.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📍 Live GPS Van Fleet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77440"/>
            <a:ext cx="4663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Integration of Google Maps Platform for real-time tracking of charity volunteer pickup vans and ETA calculation.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749040"/>
            <a:ext cx="521208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🌡️ IoT Smart Temperature Sensors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80560"/>
            <a:ext cx="4663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Automated freshness &amp; thermal sensors to verify food was stored above 60°C or below 5°C before distribution.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749040"/>
            <a:ext cx="521208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🇵🇰 Multi-City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480560"/>
            <a:ext cx="4663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Scaling beyond Multan to Lahore, Karachi, Rawalpindi, and Islamabad with localized NGO hubs.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698480" cy="146304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👩‍🏫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960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PROJECT SUPERVISOR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234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Prof. Kinat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6916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Department of Computer Science • University of Southern Punjab, Multan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5212080" cy="292608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v_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697480"/>
            <a:ext cx="914400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12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LEAD DEVELOPER &amp; ARCHITECT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971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Muhammad Khulfan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383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BSCS • iOS Engineer &amp; Full Stack .NET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Engineered platform architecture, database schemas, Tailwind frontend, Gemini AI integration, voice recording, and cloud containerization.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468880"/>
            <a:ext cx="5212080" cy="292608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697480"/>
            <a:ext cx="914400" cy="914400"/>
          </a:xfrm>
          <a:prstGeom prst="rect">
            <a:avLst/>
          </a:prstGeom>
          <a:solidFill>
            <a:srgbClr val="060911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TEAM MEMBER &amp;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971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Abdullah Khalid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383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BS Computer Science (BSCS)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404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Collaborated on system requirements, feature testing, project documentation, and verification throughout the FYP lifecycle.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Thank You! Questions &amp; External Viva Discussion Welcome  ✨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
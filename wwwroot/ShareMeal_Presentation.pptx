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68580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9552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🏛️  DEPARTMENT OF COMPUTER SCIENCE  •  USP MULTAN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ShareMeal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0B981"/>
                </a:solidFill>
                <a:latin typeface="Calibri"/>
              </a:rPr>
              <a:t>A Web-Based Surplus Food Redistribution &amp; Zero-Hunger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512064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Muhammad Khulfan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Abdullah Khalid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BS Computer Science (BSCS) • Final Year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474720"/>
            <a:ext cx="512064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SUPERVISED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Prof. Kinat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Department of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University of Southern Punjab, Multan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Academic Session 2022–2026 • Final Project Defense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Presentation Roadmap &amp;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10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21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Food wastage &amp; hunger dilemma in Pakistan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48640" cy="54864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10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121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ShareMeal core workflow and vision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52120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926080"/>
            <a:ext cx="548640" cy="54864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99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9077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218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MVC design pattern, controllers &amp; data 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52120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999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077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Core User Portals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18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Restaurant, Charity, and Admin interactions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840480"/>
            <a:ext cx="52120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023360"/>
            <a:ext cx="548640" cy="54864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096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005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315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ASP.NET Core 8, C#, Tailwind CSS &amp; SQLite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840480"/>
            <a:ext cx="52120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023360"/>
            <a:ext cx="548640" cy="54864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096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005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AI Assistant (MealBot)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315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Google Gemini 2.0 Flash + Web Speech Voice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937760"/>
            <a:ext cx="52120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5120640"/>
            <a:ext cx="548640" cy="54864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937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5102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Live Demonstration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4132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Interface walk-through &amp; production URL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937760"/>
            <a:ext cx="52120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5120640"/>
            <a:ext cx="548640" cy="54864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1937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5102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Project Supervision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4132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Supervisor and development team credits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 in Pakistan: Food Waste vs. Hunger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🗑️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36% Food Wasted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Calibri"/>
              </a:rPr>
              <a:t>Commercial eateries &amp; banquet halls discard 36% of edible food daily due to absence of timely channels.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20M+ Face Hunger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37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Calibri"/>
              </a:rPr>
              <a:t>Over 20 million citizens and shelter home residents suffer from acute hunger and nutritional deficit.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3832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011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 Digital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37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Calibri"/>
              </a:rPr>
              <a:t>Restaurants have surplus food but lack logistics; charities need food but have zero real-time notification.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Core Objective: Build a reliable, fast, zero-cost digital bridge between food donors and registered charities in Pakistan.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Proposed Solution: How ShareMeal Operates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874520"/>
            <a:ext cx="502920" cy="50292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74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Restaurants Post Meals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Eateries enter food category, number of servings, expiry deadline, and pickup instructions in under 1 minute.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38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874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Real-Time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Charities instantly view available donations on a live dashboard and claim meals before they spoil.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521208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069080"/>
            <a:ext cx="502920" cy="50292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069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Admin Trust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System Admin verifies legal documents of restaurants and NGOs to ensure complete hygiene and food safety.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21208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4069080"/>
            <a:ext cx="502920" cy="50292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1330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069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MealBot AI Assistance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091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Google Gemini AI guides users in natural Roman Urdu and English on donations, claims, and pickup SOPs.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Architecture: 3-Tier MVC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Presentation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Calibri"/>
              </a:rPr>
              <a:t>Razor Views (.cshtml)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Tailwind CSS responsive UI, JavaScript voice input, dynamic interactive forms.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3832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Application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Calibri"/>
              </a:rPr>
              <a:t>ASP.NET Core Controllers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747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Handles authentication, donation workflows, admin claims, and Gemini AI service.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3832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Data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63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Calibri"/>
              </a:rPr>
              <a:t>SQLite &amp; Entity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747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Structured relational database storing users, verified organizations, and active donations.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94A3B8"/>
                </a:solidFill>
                <a:latin typeface="Calibri"/>
              </a:rPr>
              <a:t>Request Flow: Client Browser ➔ HTTPS Request ➔ Controller Routing ➔ Business Logic ➔ EF Core SQLite ➔ Rendered HTML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User Roles &amp; Operational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🍽️ Restaurant Donor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423160"/>
            <a:ext cx="1371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Create dedicated restaurant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Post available meals with expiration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Set special pickup notes &amp; contact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Mark donations collected upon handover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338328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🤲 Verified Charity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423160"/>
            <a:ext cx="1371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6517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Register charity or orphanage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290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Browse real-time marketplace of food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2062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Claim available meals in one click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9834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Coordinate pickup directly with restaurant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645920"/>
            <a:ext cx="338328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👑 System Admin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423160"/>
            <a:ext cx="1371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6517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Review pending organization submissions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290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Approve or reject donor / charity accounts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062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Audit food safety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834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Calibri"/>
              </a:rPr>
              <a:t>✓  Monitor live national donation metrics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Technology Stack &amp; Tooling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C# &amp; ASP.NET Core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Enterprise-grade server framework handling security, dependency injection, and high throughput.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105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Tailwind CSS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Utility-first modern styling ensuring 100% responsiveness on mobile, tablet, and desktop.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521208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735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SQLite &amp; EF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Lightweight, reliable relational database with automated schema migrations and ACID transactions.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521208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2735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Google Gemini 2.0 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State-of-the-art conversational AI providing instant bilingual responses in Roman Urdu &amp; English.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521208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365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Docker Linux Containers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Self-contained application image packaging code, database, and dependencies for zero-friction setup.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572000"/>
            <a:ext cx="521208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7365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Railway.app Cloud 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749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Production cloud deployment with automated GitHub CI/CD, SSL/TLS encryption, and continuous uptime.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MealBot: AI-Powered Relief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Key AI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• Bilingual NLP (Roman Urdu)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7919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Understands Pakistani user queries written in Roman Urdu as well as standard English.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• Web Speech API Voice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4787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Microphone feature converts spoken Urdu/English speech into text directly inside the browser.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• Domain Context Prompting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Instructed with full knowledge of ShareMeal operations, Pakistani cities, and food safety standards.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• Zero Infrastructure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2852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Uses Google Gemini free tier API key injected securely via cloud environment variables.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🤖  Live Interaction Sample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468880"/>
            <a:ext cx="4572000" cy="822960"/>
          </a:xfrm>
          <a:prstGeom prst="rect">
            <a:avLst/>
          </a:prstGeom>
          <a:solidFill>
            <a:srgbClr val="090D1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697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User: 'Multan mein khana kahan available hai?'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474720"/>
            <a:ext cx="4572000" cy="1554480"/>
          </a:xfrm>
          <a:prstGeom prst="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611880"/>
            <a:ext cx="4206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Calibri"/>
              </a:rPr>
              <a:t>MealBot AI:
'Asslam o Alikum! ShareMeal Marketplace par login karein — Multan ke verified restaurants ke posted donations available hain. Charity portal se direct claim karein!'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Demonstration &amp; System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🏠 Home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Landing page highlighting zero food waste mission, live statistics counter, and responsive navigation.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🍽️ Restaurant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Donation post form with category dropdown, expiry deadline, pickup notes, and active donation history.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521208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🤲 Charity Marketplace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Card-based food catalog displaying available donations with one-click claim buttons.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83280"/>
            <a:ext cx="521208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566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👑 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Centralized control panel for approving/rejecting organizations and auditing platform health.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9612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🌐  Production Cloud URL:  https://sharemeal-platform-production.up.railway.app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ACADEMIC 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Project Supervision &amp; Engineering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69848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👩‍🏫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ACADEMIC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48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Prof. Kinat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606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Department of Computer Science • University of Southern Punjab, Multan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521208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LEAD DEVELOPER &amp;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Muhammad Khulfan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BS Computer Science (BSCS) • iOS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Engineered platform architecture, database schemas, Tailwind frontend, Gemini AI integration, voice recording, and cloud containerization.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383280"/>
            <a:ext cx="521208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TEAM MEMBER &amp;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Abdullah Khalid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976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BS Computer Science (BSCS)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Collaborated on system requirements, feature testing, project documentation, and verification throughout the FYP lifecycle.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Calibri"/>
              </a:rPr>
              <a:t>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Calibri"/>
              </a:rPr>
              <a:t>ShareMeal Platform — Turning Food Waste into Dignified Meals for Pakistan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840480"/>
            <a:ext cx="70408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0233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Special Gratitude to Supervisor: Prof. Kinat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38912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Department of Computer Science • University of Southern Punjab, Multan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Questions &amp; External Viva Discussion Welcome  ✨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